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7d99cf6c74d22" /><Relationship Type="http://schemas.openxmlformats.org/officeDocument/2006/relationships/extended-properties" Target="/docProps/app.xml" Id="Racab97f08d2645bc" /><Relationship Type="http://schemas.openxmlformats.org/officeDocument/2006/relationships/officeDocument" Target="/ppt/presentation.xml" Id="R5d9039f92d12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3a33de0eb4865"/>
  </p:sldMasterIdLst>
  <p:notesMasterIdLst>
    <p:notesMasterId xmlns:r="http://schemas.openxmlformats.org/officeDocument/2006/relationships" r:id="Ra889b0567a0645d1"/>
  </p:notesMasterIdLst>
  <p:sldIdLst>
    <p:sldId xmlns:r="http://schemas.openxmlformats.org/officeDocument/2006/relationships" id="256" r:id="R00f6275b411941cb"/>
    <p:sldId xmlns:r="http://schemas.openxmlformats.org/officeDocument/2006/relationships" id="257" r:id="Rebb775aa58a04ac9"/>
    <p:sldId xmlns:r="http://schemas.openxmlformats.org/officeDocument/2006/relationships" id="258" r:id="R91d38ee8658d4c00"/>
    <p:sldId xmlns:r="http://schemas.openxmlformats.org/officeDocument/2006/relationships" id="259" r:id="R077e039a26114623"/>
    <p:sldId xmlns:r="http://schemas.openxmlformats.org/officeDocument/2006/relationships" id="260" r:id="R0639214164644b37"/>
    <p:sldId xmlns:r="http://schemas.openxmlformats.org/officeDocument/2006/relationships" id="261" r:id="Rd75e170ad3ca4570"/>
    <p:sldId xmlns:r="http://schemas.openxmlformats.org/officeDocument/2006/relationships" id="262" r:id="R0de259c97c064dcf"/>
    <p:sldId xmlns:r="http://schemas.openxmlformats.org/officeDocument/2006/relationships" id="263" r:id="R9ebb9344ece74cf3"/>
    <p:sldId xmlns:r="http://schemas.openxmlformats.org/officeDocument/2006/relationships" id="264" r:id="R662f337ca57d4df6"/>
    <p:sldId xmlns:r="http://schemas.openxmlformats.org/officeDocument/2006/relationships" id="265" r:id="Re69ef2b6a0914708"/>
    <p:sldId xmlns:r="http://schemas.openxmlformats.org/officeDocument/2006/relationships" id="266" r:id="R963fd22d913c4bcd"/>
    <p:sldId xmlns:r="http://schemas.openxmlformats.org/officeDocument/2006/relationships" id="267" r:id="Rdad214d908d547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73858306a749a1" /><Relationship Type="http://schemas.openxmlformats.org/officeDocument/2006/relationships/slideMaster" Target="/ppt/slideMasters/slideMaster1.xml" Id="R5633a33de0eb4865" /><Relationship Type="http://schemas.openxmlformats.org/officeDocument/2006/relationships/notesMaster" Target="/ppt/notesMasters/notesMaster1.xml" Id="Ra889b0567a0645d1" /><Relationship Type="http://schemas.openxmlformats.org/officeDocument/2006/relationships/presProps" Target="/ppt/presProps.xml" Id="R2d396005778c4756" /><Relationship Type="http://schemas.openxmlformats.org/officeDocument/2006/relationships/tableStyles" Target="/ppt/tableStyles.xml" Id="R4eb8760f2f2f4343" /><Relationship Type="http://schemas.openxmlformats.org/officeDocument/2006/relationships/slide" Target="/ppt/slides/slide1.xml" Id="R00f6275b411941cb" /><Relationship Type="http://schemas.openxmlformats.org/officeDocument/2006/relationships/slide" Target="/ppt/slides/slide2.xml" Id="Rebb775aa58a04ac9" /><Relationship Type="http://schemas.openxmlformats.org/officeDocument/2006/relationships/slide" Target="/ppt/slides/slide3.xml" Id="R91d38ee8658d4c00" /><Relationship Type="http://schemas.openxmlformats.org/officeDocument/2006/relationships/slide" Target="/ppt/slides/slide4.xml" Id="R077e039a26114623" /><Relationship Type="http://schemas.openxmlformats.org/officeDocument/2006/relationships/slide" Target="/ppt/slides/slide5.xml" Id="R0639214164644b37" /><Relationship Type="http://schemas.openxmlformats.org/officeDocument/2006/relationships/slide" Target="/ppt/slides/slide6.xml" Id="Rd75e170ad3ca4570" /><Relationship Type="http://schemas.openxmlformats.org/officeDocument/2006/relationships/slide" Target="/ppt/slides/slide7.xml" Id="R0de259c97c064dcf" /><Relationship Type="http://schemas.openxmlformats.org/officeDocument/2006/relationships/slide" Target="/ppt/slides/slide8.xml" Id="R9ebb9344ece74cf3" /><Relationship Type="http://schemas.openxmlformats.org/officeDocument/2006/relationships/slide" Target="/ppt/slides/slide9.xml" Id="R662f337ca57d4df6" /><Relationship Type="http://schemas.openxmlformats.org/officeDocument/2006/relationships/slide" Target="/ppt/slides/slide10.xml" Id="Re69ef2b6a0914708" /><Relationship Type="http://schemas.openxmlformats.org/officeDocument/2006/relationships/slide" Target="/ppt/slides/slide11.xml" Id="R963fd22d913c4bcd" /><Relationship Type="http://schemas.openxmlformats.org/officeDocument/2006/relationships/slide" Target="/ppt/slides/slide12.xml" Id="Rdad214d908d547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d06799b5c645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73608e9ea430e" /><Relationship Type="http://schemas.openxmlformats.org/officeDocument/2006/relationships/notesMaster" Target="/ppt/notesMasters/notesMaster1.xml" Id="Rc19630fae866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849febb0041d0" /><Relationship Type="http://schemas.openxmlformats.org/officeDocument/2006/relationships/notesMaster" Target="/ppt/notesMasters/notesMaster1.xml" Id="Ra647f5bcd82d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dd22b586844fe" /><Relationship Type="http://schemas.openxmlformats.org/officeDocument/2006/relationships/notesMaster" Target="/ppt/notesMasters/notesMaster1.xml" Id="R80ce74062eef4a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5f4a80e04347d3" /><Relationship Type="http://schemas.openxmlformats.org/officeDocument/2006/relationships/notesMaster" Target="/ppt/notesMasters/notesMaster1.xml" Id="R70df0e2ef3724c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96e151fd743f1" /><Relationship Type="http://schemas.openxmlformats.org/officeDocument/2006/relationships/notesMaster" Target="/ppt/notesMasters/notesMaster1.xml" Id="Rdf02ec1b73ca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73883c84fc468e" /><Relationship Type="http://schemas.openxmlformats.org/officeDocument/2006/relationships/notesMaster" Target="/ppt/notesMasters/notesMaster1.xml" Id="R1aa45414191540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21cfe272294e64" /><Relationship Type="http://schemas.openxmlformats.org/officeDocument/2006/relationships/notesMaster" Target="/ppt/notesMasters/notesMaster1.xml" Id="R6c48a20b8d6b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2d33275734a5a" /><Relationship Type="http://schemas.openxmlformats.org/officeDocument/2006/relationships/notesMaster" Target="/ppt/notesMasters/notesMaster1.xml" Id="R194e6d7cf5d046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b7aafe64d549ca" /><Relationship Type="http://schemas.openxmlformats.org/officeDocument/2006/relationships/notesMaster" Target="/ppt/notesMasters/notesMaster1.xml" Id="R689beb37f12645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6a6a6d9dbc4183" /><Relationship Type="http://schemas.openxmlformats.org/officeDocument/2006/relationships/notesMaster" Target="/ppt/notesMasters/notesMaster1.xml" Id="R9d385fc27b5f4f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513cb57f9647f2" /><Relationship Type="http://schemas.openxmlformats.org/officeDocument/2006/relationships/notesMaster" Target="/ppt/notesMasters/notesMaster1.xml" Id="R9fd67ac12aed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66279202454bbc" /><Relationship Type="http://schemas.openxmlformats.org/officeDocument/2006/relationships/notesMaster" Target="/ppt/notesMasters/notesMaster1.xml" Id="R40169c8e80c1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c5fc43e9a46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659aaf2a514a78" /><Relationship Type="http://schemas.openxmlformats.org/officeDocument/2006/relationships/slideLayout" Target="/ppt/slideLayouts/slideLayout1.xml" Id="Rc60a11e0dcf4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a11e0dcf4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b249601f849d6" /><Relationship Type="http://schemas.openxmlformats.org/officeDocument/2006/relationships/notesSlide" Target="/ppt/notesSlides/notesSlide1.xml" Id="Rf1b010bcd460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699a64f2a4f45" /><Relationship Type="http://schemas.openxmlformats.org/officeDocument/2006/relationships/notesSlide" Target="/ppt/notesSlides/notesSlide2.xml" Id="Rcb730ef28bdc49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8818768c24a5f" /><Relationship Type="http://schemas.openxmlformats.org/officeDocument/2006/relationships/image" Target="/ppt/media/image.png" Id="R7ba5896c80b0459c" /><Relationship Type="http://schemas.openxmlformats.org/officeDocument/2006/relationships/notesSlide" Target="/ppt/notesSlides/notesSlide3.xml" Id="R0ae04d04013f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34463e0d34d45" /><Relationship Type="http://schemas.openxmlformats.org/officeDocument/2006/relationships/notesSlide" Target="/ppt/notesSlides/notesSlide4.xml" Id="R94eafb48af03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8a4c9100b4ba5" /><Relationship Type="http://schemas.openxmlformats.org/officeDocument/2006/relationships/image" Target="/ppt/media/image2.png" Id="R6e24267cec1f4de5" /><Relationship Type="http://schemas.openxmlformats.org/officeDocument/2006/relationships/notesSlide" Target="/ppt/notesSlides/notesSlide5.xml" Id="Ra9c455f091534a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f6f138ddc41a1" /><Relationship Type="http://schemas.openxmlformats.org/officeDocument/2006/relationships/notesSlide" Target="/ppt/notesSlides/notesSlide6.xml" Id="R242f9f414f0d4c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9c2d50cf4c79" /><Relationship Type="http://schemas.openxmlformats.org/officeDocument/2006/relationships/notesSlide" Target="/ppt/notesSlides/notesSlide7.xml" Id="R903225ccea33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b4dd9721b4ae7" /><Relationship Type="http://schemas.openxmlformats.org/officeDocument/2006/relationships/notesSlide" Target="/ppt/notesSlides/notesSlide8.xml" Id="R06d6b208c47748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731f2b95f4bec" /><Relationship Type="http://schemas.openxmlformats.org/officeDocument/2006/relationships/notesSlide" Target="/ppt/notesSlides/notesSlide9.xml" Id="R44298cbd80f845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7d55740894aae" /><Relationship Type="http://schemas.openxmlformats.org/officeDocument/2006/relationships/notesSlide" Target="/ppt/notesSlides/notesSlide10.xml" Id="Rd1232468dc714a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1f0a3ad914c6a" /><Relationship Type="http://schemas.openxmlformats.org/officeDocument/2006/relationships/notesSlide" Target="/ppt/notesSlides/notesSlide11.xml" Id="Rc2e559f54f1c4e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3f5bca9d44162" /><Relationship Type="http://schemas.openxmlformats.org/officeDocument/2006/relationships/notesSlide" Target="/ppt/notesSlides/notesSlide12.xml" Id="Rfb2ce8e2f7b740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5896c80b0459c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4267cec1f4de5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D887C-A5FB-4900-91A5-72011841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4767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175D4-27E4-4460-B35A-22E9E143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844B1-8367-4711-B5F7-3089936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常规菜品推荐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11643-0284-4F2D-87F3-56063FF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19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D0C8E-908C-491F-BFA9-791FDAF7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04950"/>
            <a:ext cx="44767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9AA2B-C4AD-4076-B8BE-E721DD7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049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779E2-992A-474D-8202-447CB77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潜力菜品推荐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8751B-F47C-4A75-A1B9-20E868A4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4019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识别低频但单次销售表现较好的菜品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支持按类别配置候选数量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采用动态刷新方式增加候选多样性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近期入选后适当调整推荐优先级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0544D-72B6-4E49-9127-37585D8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EAB94D"/>
                </a:solidFill>
              </a:defRPr>
            </a:pPr>
            <a:r>
              <a:rPr sz="3600" b="1">
                <a:solidFill>
                  <a:srgbClr val="EAB94D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AF367-70A1-4A80-ADB4-81672BBF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723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C6463-3AC7-48D5-80F8-A2C6C7C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38750"/>
            <a:ext cx="661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统一校核：菜品数量 · 预计备餐量 · 菜单结构 · 搭配协调性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阶段评估结果：整餐需求预测保持稳定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两组数据的评价周期不同，以下结果分别反映各自测试期内的运行表现。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菜单搭配要求均满足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菜单搭配要求均满足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主要评估指标说明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MAPE：衡量每餐总体备餐需求的预测偏差，当前约为 10%—14%。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命中菜品 MAPE：衡量命中菜品备餐量的平均相对偏差，当前约为 51%—57%，体现单菜销量波动特征。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经营效益指标：基于历史营收与过度预测金额计算，用于方案间相对比较。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业务规则可配置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菜品类别、相似关系、数量和搭配要求可结合业务实际调整。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4A00C-3FCE-4AF3-ADF4-D9DEFBB9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7D9E5"/>
                </a:solidFill>
              </a:defRPr>
            </a:pPr>
            <a:r>
              <a:rPr sz="1200" b="0">
                <a:solidFill>
                  <a:srgbClr val="C7D9E5"/>
                </a:solidFill>
              </a:rPr>
              <a:t>系统定位：为食堂菜单制定与备餐管理提供数字化决策参考。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汇报完毕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2026-08-25T05:42:24.9670000Z</dcterms:created>
  <dcterms:modified xsi:type="dcterms:W3CDTF">2026-08-25T05:42:24.9670000Z</dcterms:modified>
</coreProperties>
</file>